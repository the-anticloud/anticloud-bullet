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2026-10-02T09:26:29.796185Z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a8492c35c7d105b99a60e10ac5c8cd368ab5835524557e20cdabb05f92c869b3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2026-10-02T09:26:29.796185Z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