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2026-10-02T09:26:28.529382Z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829f0476ae331b499a16c123ec0794b1a6bdfceb20811ffc1267622254cf1f3d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2026-10-02T09:26:28.529382Z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