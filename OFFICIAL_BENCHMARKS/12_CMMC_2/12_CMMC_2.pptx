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2026-10-02T09:26:30.152492Z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170176d62c3631df1d2a1221ac39e287771bc5cd28cc3f36ce24511ec4292b46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2026-10-02T09:26:30.152492Z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